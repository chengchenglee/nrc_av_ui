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hanh Le Vie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3-15T03:22:00.000">
    <p:pos x="196" y="280"/>
    <p:text>rosnode ping -c 1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c6c8bfa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c6c8bfa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c6c8bfa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c6c8bfa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1c6c8bfa0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1c6c8bfa0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1c6c8bfa0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1c6c8bfa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c6c8bfa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1c6c8bfa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1c6c8bfa0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1c6c8bfa0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1cb8d19c9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1cb8d19c9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cb8d19c9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cb8d19c9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1c6c8bfa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1c6c8bfa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20.228.201.252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Quickstart Guide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car agent application </a:t>
            </a:r>
            <a:r>
              <a:rPr b="1" lang="en">
                <a:latin typeface="Calibri"/>
                <a:ea typeface="Calibri"/>
                <a:cs typeface="Calibri"/>
                <a:sym typeface="Calibri"/>
              </a:rPr>
              <a:t>Nissan_AV_Agent-0.0.1.AppImage </a:t>
            </a:r>
            <a:r>
              <a:rPr lang="en"/>
              <a:t>from this repository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Url: </a:t>
            </a:r>
            <a:r>
              <a:rPr lang="en"/>
              <a:t>ssh://stash.ail-sv.com/nrc/nrc_av_ui.git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Branch: feature/FY22_SV_Dev</a:t>
            </a:r>
            <a:endParaRPr sz="85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Folder: release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Pull ROS workspace or catkin project to car agent machine. Assume this machine was installed ROS libraries and can execute ROS core and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Car Agent App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835900" y="1152475"/>
            <a:ext cx="2996400" cy="3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53682" lvl="0" marL="3429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850"/>
              <a:t>Run the file in Terminal window on Ubuntu: </a:t>
            </a:r>
            <a:r>
              <a:rPr b="1" lang="en" sz="1850">
                <a:latin typeface="Calibri"/>
                <a:ea typeface="Calibri"/>
                <a:cs typeface="Calibri"/>
                <a:sym typeface="Calibri"/>
              </a:rPr>
              <a:t>Nissan_AV_Agent-0.0.1.AppImage</a:t>
            </a:r>
            <a:endParaRPr b="1" sz="1850">
              <a:latin typeface="Calibri"/>
              <a:ea typeface="Calibri"/>
              <a:cs typeface="Calibri"/>
              <a:sym typeface="Calibri"/>
            </a:endParaRPr>
          </a:p>
          <a:p>
            <a:pPr indent="-253682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Enter Parameters on UI</a:t>
            </a:r>
            <a:r>
              <a:rPr b="1" lang="en" sz="1850"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850">
              <a:latin typeface="Calibri"/>
              <a:ea typeface="Calibri"/>
              <a:cs typeface="Calibri"/>
              <a:sym typeface="Calibri"/>
            </a:endParaRPr>
          </a:p>
          <a:p>
            <a:pPr indent="-196532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b="1" lang="en" sz="1850">
                <a:latin typeface="Calibri"/>
                <a:ea typeface="Calibri"/>
                <a:cs typeface="Calibri"/>
                <a:sym typeface="Calibri"/>
              </a:rPr>
              <a:t>Vehicle name &amp; model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: any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-196532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b="1" lang="en" sz="1850">
                <a:latin typeface="Calibri"/>
                <a:ea typeface="Calibri"/>
                <a:cs typeface="Calibri"/>
                <a:sym typeface="Calibri"/>
              </a:rPr>
              <a:t>Connection URL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: ws://20.228.201.252:3000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-196532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b="1" lang="en" sz="1850">
                <a:latin typeface="Calibri"/>
                <a:ea typeface="Calibri"/>
                <a:cs typeface="Calibri"/>
                <a:sym typeface="Calibri"/>
              </a:rPr>
              <a:t>ROS Workspace Folder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: folder path to ROS </a:t>
            </a:r>
            <a:r>
              <a:rPr lang="en" sz="185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compiled</a:t>
            </a: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 workspace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-253682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" sz="1850">
                <a:latin typeface="Calibri"/>
                <a:ea typeface="Calibri"/>
                <a:cs typeface="Calibri"/>
                <a:sym typeface="Calibri"/>
              </a:rPr>
              <a:t>Click ‘Submit’ to register car to the cloud system on Azure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63">
                <a:latin typeface="Calibri"/>
                <a:ea typeface="Calibri"/>
                <a:cs typeface="Calibri"/>
                <a:sym typeface="Calibri"/>
              </a:rPr>
              <a:t> This manual step is required for the 1st time of registration. Next time, when we start the app, it automatically connects to server </a:t>
            </a:r>
            <a:endParaRPr sz="2163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260951" cy="36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Agent UI</a:t>
            </a:r>
            <a:r>
              <a:rPr lang="en"/>
              <a:t> after Submit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6069225" y="1152475"/>
            <a:ext cx="276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screen is after clicking ‘submit’. We need to access Azure server to approve this registration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260951" cy="36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Car - Login Web Server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Access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http://20.228.201.252</a:t>
            </a:r>
            <a:r>
              <a:rPr lang="en"/>
              <a:t> on browser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Login the UI with user: </a:t>
            </a:r>
            <a:r>
              <a:rPr i="1" lang="en" sz="1600"/>
              <a:t>admin</a:t>
            </a:r>
            <a:r>
              <a:rPr lang="en"/>
              <a:t>, password: </a:t>
            </a:r>
            <a:r>
              <a:rPr i="1" lang="en" sz="1600"/>
              <a:t>nissan!@#123</a:t>
            </a:r>
            <a:endParaRPr i="1"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2725" y="1866975"/>
            <a:ext cx="3641275" cy="31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Car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4273575" y="1152475"/>
            <a:ext cx="455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log in the web UI,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the car. Unregistered cars will be shown in a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‘Register’ to approve the registration.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1152475"/>
            <a:ext cx="3856275" cy="37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ROS Core and Nodes (1)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‘ROS Nodes on Vehicle’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a registered online car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‘Start’ ROS 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‘Sync’ to get ROS nodes installed and compiled on car. (details in the next slide)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1152475"/>
            <a:ext cx="4172026" cy="3720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9"/>
          <p:cNvCxnSpPr/>
          <p:nvPr/>
        </p:nvCxnSpPr>
        <p:spPr>
          <a:xfrm flipH="1">
            <a:off x="4197325" y="2109600"/>
            <a:ext cx="511200" cy="9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9"/>
          <p:cNvCxnSpPr/>
          <p:nvPr/>
        </p:nvCxnSpPr>
        <p:spPr>
          <a:xfrm flipH="1">
            <a:off x="1576975" y="1718125"/>
            <a:ext cx="3153300" cy="168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9"/>
          <p:cNvCxnSpPr/>
          <p:nvPr/>
        </p:nvCxnSpPr>
        <p:spPr>
          <a:xfrm flipH="1">
            <a:off x="4273675" y="2424950"/>
            <a:ext cx="500100" cy="12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ROS Core and Nodes (2)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needs to sync up ROS nodes when there’re changes in ROS nodes on car. This process is to automatically scan ROS nodes on car in workspace folder (at slide #3)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screen will shown new added nodes, and removed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Click ‘OK’ to update ROS nodes of a car in database.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267200" cy="3032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ROS Core and Nodes (3)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ROS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Click ‘Run’</a:t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00" y="963325"/>
            <a:ext cx="3653575" cy="379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1"/>
          <p:cNvCxnSpPr/>
          <p:nvPr/>
        </p:nvCxnSpPr>
        <p:spPr>
          <a:xfrm flipH="1">
            <a:off x="2957575" y="3251400"/>
            <a:ext cx="1772700" cy="3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21"/>
          <p:cNvCxnSpPr/>
          <p:nvPr/>
        </p:nvCxnSpPr>
        <p:spPr>
          <a:xfrm flipH="1">
            <a:off x="3958300" y="3555875"/>
            <a:ext cx="674100" cy="9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 </a:t>
            </a:r>
            <a:r>
              <a:rPr lang="en"/>
              <a:t>Check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371775" y="1063475"/>
            <a:ext cx="4127100" cy="3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can see status of ROS nodes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Green: Running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Red: Stopped. User can select to run it.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625" y="1017725"/>
            <a:ext cx="3741537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22"/>
          <p:cNvCxnSpPr/>
          <p:nvPr/>
        </p:nvCxnSpPr>
        <p:spPr>
          <a:xfrm flipH="1">
            <a:off x="2803375" y="2302675"/>
            <a:ext cx="1568400" cy="13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