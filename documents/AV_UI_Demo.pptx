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8995ff33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8995ff33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8995ff337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8995ff337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8995ff337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8995ff337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all component are deployed under Docker containers. Easy to migrate from dev to prod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8995ff337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8995ff337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 UI Demo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Diagram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1938625" y="1445550"/>
            <a:ext cx="3328200" cy="303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375650" y="3406575"/>
            <a:ext cx="683400" cy="8367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4209000" y="3562425"/>
            <a:ext cx="907500" cy="52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MQTT server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2487700" y="1557450"/>
            <a:ext cx="2213400" cy="52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</a:t>
            </a:r>
            <a:r>
              <a:rPr lang="en"/>
              <a:t>server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116800" y="2425975"/>
            <a:ext cx="907500" cy="52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endParaRPr/>
          </a:p>
        </p:txBody>
      </p:sp>
      <p:cxnSp>
        <p:nvCxnSpPr>
          <p:cNvPr id="66" name="Google Shape;66;p14"/>
          <p:cNvCxnSpPr>
            <a:stCxn id="65" idx="2"/>
            <a:endCxn id="62" idx="1"/>
          </p:cNvCxnSpPr>
          <p:nvPr/>
        </p:nvCxnSpPr>
        <p:spPr>
          <a:xfrm flipH="1">
            <a:off x="2717350" y="2950975"/>
            <a:ext cx="853200" cy="45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4"/>
          <p:cNvSpPr/>
          <p:nvPr/>
        </p:nvSpPr>
        <p:spPr>
          <a:xfrm>
            <a:off x="5992725" y="1445550"/>
            <a:ext cx="2315100" cy="303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4065" y="1909996"/>
            <a:ext cx="1772430" cy="9833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6266450" y="3523125"/>
            <a:ext cx="907500" cy="52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 Agent</a:t>
            </a:r>
            <a:endParaRPr/>
          </a:p>
        </p:txBody>
      </p:sp>
      <p:cxnSp>
        <p:nvCxnSpPr>
          <p:cNvPr id="70" name="Google Shape;70;p14"/>
          <p:cNvCxnSpPr>
            <a:stCxn id="63" idx="3"/>
            <a:endCxn id="69" idx="1"/>
          </p:cNvCxnSpPr>
          <p:nvPr/>
        </p:nvCxnSpPr>
        <p:spPr>
          <a:xfrm flipH="1" rot="10800000">
            <a:off x="5116500" y="3785625"/>
            <a:ext cx="1149900" cy="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triangle"/>
            <a:tailEnd len="med" w="med" type="triangle"/>
          </a:ln>
        </p:spPr>
      </p:cxnSp>
      <p:cxnSp>
        <p:nvCxnSpPr>
          <p:cNvPr id="71" name="Google Shape;71;p14"/>
          <p:cNvCxnSpPr>
            <a:stCxn id="65" idx="2"/>
            <a:endCxn id="63" idx="0"/>
          </p:cNvCxnSpPr>
          <p:nvPr/>
        </p:nvCxnSpPr>
        <p:spPr>
          <a:xfrm>
            <a:off x="3570550" y="2950975"/>
            <a:ext cx="1092300" cy="6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triangle"/>
            <a:tailEnd len="med" w="med" type="triangle"/>
          </a:ln>
        </p:spPr>
      </p:cxnSp>
      <p:cxnSp>
        <p:nvCxnSpPr>
          <p:cNvPr id="72" name="Google Shape;72;p14"/>
          <p:cNvCxnSpPr>
            <a:stCxn id="64" idx="2"/>
            <a:endCxn id="65" idx="0"/>
          </p:cNvCxnSpPr>
          <p:nvPr/>
        </p:nvCxnSpPr>
        <p:spPr>
          <a:xfrm flipH="1">
            <a:off x="3570700" y="2082450"/>
            <a:ext cx="23700" cy="3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triangle"/>
            <a:tailEnd len="med" w="med" type="triangle"/>
          </a:ln>
        </p:spPr>
      </p:cxnSp>
      <p:sp>
        <p:nvSpPr>
          <p:cNvPr id="73" name="Google Shape;73;p14"/>
          <p:cNvSpPr/>
          <p:nvPr/>
        </p:nvSpPr>
        <p:spPr>
          <a:xfrm>
            <a:off x="7507850" y="3460125"/>
            <a:ext cx="739500" cy="65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ROS</a:t>
            </a:r>
            <a:endParaRPr sz="1100"/>
          </a:p>
        </p:txBody>
      </p:sp>
      <p:cxnSp>
        <p:nvCxnSpPr>
          <p:cNvPr id="74" name="Google Shape;74;p14"/>
          <p:cNvCxnSpPr>
            <a:stCxn id="69" idx="3"/>
            <a:endCxn id="73" idx="2"/>
          </p:cNvCxnSpPr>
          <p:nvPr/>
        </p:nvCxnSpPr>
        <p:spPr>
          <a:xfrm>
            <a:off x="7173950" y="3785625"/>
            <a:ext cx="33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triangle"/>
            <a:tailEnd len="med" w="med" type="triangle"/>
          </a:ln>
        </p:spPr>
      </p:cxn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075" y="2023245"/>
            <a:ext cx="1076325" cy="14369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14"/>
          <p:cNvCxnSpPr>
            <a:stCxn id="75" idx="3"/>
            <a:endCxn id="64" idx="1"/>
          </p:cNvCxnSpPr>
          <p:nvPr/>
        </p:nvCxnSpPr>
        <p:spPr>
          <a:xfrm flipH="1" rot="10800000">
            <a:off x="1298400" y="1819820"/>
            <a:ext cx="1189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</a:t>
            </a:r>
            <a:r>
              <a:rPr lang="en"/>
              <a:t>eb UI: ReactJS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Backend: NestJS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Database: PostGres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MQTT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 Agent app: Python, ROS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Azure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1329025" y="1445550"/>
            <a:ext cx="3328200" cy="303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http://20.163.8.20/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2187400" y="3523125"/>
            <a:ext cx="683400" cy="8367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3510025" y="3523125"/>
            <a:ext cx="907500" cy="52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MQTT server</a:t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2187400" y="1786050"/>
            <a:ext cx="1692000" cy="52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Server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2579650" y="2654575"/>
            <a:ext cx="907500" cy="52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5992725" y="1445550"/>
            <a:ext cx="2315100" cy="303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</a:rPr>
              <a:t>20.163.10.111</a:t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4065" y="1938446"/>
            <a:ext cx="1772430" cy="98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6266450" y="3523125"/>
            <a:ext cx="907500" cy="52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 Agent</a:t>
            </a:r>
            <a:endParaRPr/>
          </a:p>
        </p:txBody>
      </p:sp>
      <p:cxnSp>
        <p:nvCxnSpPr>
          <p:cNvPr id="97" name="Google Shape;97;p16"/>
          <p:cNvCxnSpPr>
            <a:stCxn id="91" idx="3"/>
            <a:endCxn id="96" idx="1"/>
          </p:cNvCxnSpPr>
          <p:nvPr/>
        </p:nvCxnSpPr>
        <p:spPr>
          <a:xfrm>
            <a:off x="4417525" y="3785625"/>
            <a:ext cx="18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triangle"/>
            <a:tailEnd len="med" w="med" type="triangle"/>
          </a:ln>
        </p:spPr>
      </p:cxnSp>
      <p:cxnSp>
        <p:nvCxnSpPr>
          <p:cNvPr id="98" name="Google Shape;98;p16"/>
          <p:cNvCxnSpPr>
            <a:stCxn id="92" idx="2"/>
            <a:endCxn id="93" idx="0"/>
          </p:cNvCxnSpPr>
          <p:nvPr/>
        </p:nvCxnSpPr>
        <p:spPr>
          <a:xfrm>
            <a:off x="3033400" y="2311050"/>
            <a:ext cx="0" cy="3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triangle"/>
            <a:tailEnd len="med" w="med" type="triangle"/>
          </a:ln>
        </p:spPr>
      </p:cxnSp>
      <p:sp>
        <p:nvSpPr>
          <p:cNvPr id="99" name="Google Shape;99;p16"/>
          <p:cNvSpPr/>
          <p:nvPr/>
        </p:nvSpPr>
        <p:spPr>
          <a:xfrm>
            <a:off x="7507850" y="3422025"/>
            <a:ext cx="739500" cy="65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ROS</a:t>
            </a:r>
            <a:endParaRPr sz="1100"/>
          </a:p>
        </p:txBody>
      </p:sp>
      <p:cxnSp>
        <p:nvCxnSpPr>
          <p:cNvPr id="100" name="Google Shape;100;p16"/>
          <p:cNvCxnSpPr>
            <a:stCxn id="96" idx="3"/>
            <a:endCxn id="99" idx="2"/>
          </p:cNvCxnSpPr>
          <p:nvPr/>
        </p:nvCxnSpPr>
        <p:spPr>
          <a:xfrm flipH="1" rot="10800000">
            <a:off x="7173950" y="3747525"/>
            <a:ext cx="333900" cy="3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triangle"/>
            <a:tailEnd len="med" w="med" type="triangle"/>
          </a:ln>
        </p:spPr>
      </p:cxnSp>
      <p:cxnSp>
        <p:nvCxnSpPr>
          <p:cNvPr id="101" name="Google Shape;101;p16"/>
          <p:cNvCxnSpPr>
            <a:stCxn id="93" idx="2"/>
            <a:endCxn id="91" idx="1"/>
          </p:cNvCxnSpPr>
          <p:nvPr/>
        </p:nvCxnSpPr>
        <p:spPr>
          <a:xfrm>
            <a:off x="3033400" y="3179575"/>
            <a:ext cx="476700" cy="60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triangle"/>
            <a:tailEnd len="med" w="med" type="triangle"/>
          </a:ln>
        </p:spPr>
      </p:cxnSp>
      <p:cxnSp>
        <p:nvCxnSpPr>
          <p:cNvPr id="102" name="Google Shape;102;p16"/>
          <p:cNvCxnSpPr>
            <a:stCxn id="93" idx="2"/>
            <a:endCxn id="90" idx="1"/>
          </p:cNvCxnSpPr>
          <p:nvPr/>
        </p:nvCxnSpPr>
        <p:spPr>
          <a:xfrm flipH="1">
            <a:off x="2529100" y="3179575"/>
            <a:ext cx="504300" cy="3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UI functions allow a user to pull code or executable </a:t>
            </a:r>
            <a:r>
              <a:rPr lang="en"/>
              <a:t>files of ros nodes</a:t>
            </a:r>
            <a:r>
              <a:rPr lang="en"/>
              <a:t> to a selected car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From web UI, user can define a sequence for each car and store it to 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Auto </a:t>
            </a:r>
            <a:r>
              <a:rPr lang="en"/>
              <a:t>update</a:t>
            </a:r>
            <a:r>
              <a:rPr lang="en"/>
              <a:t> new versions of car agent app</a:t>
            </a:r>
            <a:r>
              <a:rPr lang="en"/>
              <a:t>lication</a:t>
            </a:r>
            <a:r>
              <a:rPr lang="en"/>
              <a:t> on cars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